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4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25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73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61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44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71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57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15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1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619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45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57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FBE42-A063-41FB-B00D-BAA5BEF5E76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8CA0A-68C7-4D13-AFBA-358744CCE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27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-19050"/>
            <a:ext cx="11201400" cy="689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9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13286"/>
          <a:stretch/>
        </p:blipFill>
        <p:spPr>
          <a:xfrm>
            <a:off x="1244600" y="101600"/>
            <a:ext cx="9655629" cy="663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0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91" y="0"/>
            <a:ext cx="10617880" cy="685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6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b="44894"/>
          <a:stretch/>
        </p:blipFill>
        <p:spPr>
          <a:xfrm>
            <a:off x="0" y="725714"/>
            <a:ext cx="12192000" cy="516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4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54684" r="-162"/>
          <a:stretch/>
        </p:blipFill>
        <p:spPr>
          <a:xfrm>
            <a:off x="0" y="972457"/>
            <a:ext cx="12192000" cy="423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6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211"/>
            <a:ext cx="12167448" cy="368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43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688"/>
            <a:ext cx="12198319" cy="528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2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024"/>
            <a:ext cx="12200695" cy="563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2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15"/>
            <a:ext cx="12163433" cy="608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5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3" y="781503"/>
            <a:ext cx="12179887" cy="514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370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Проневич Ольга Борисовна</dc:creator>
  <cp:lastModifiedBy>Проневич Ольга Борисовна</cp:lastModifiedBy>
  <cp:revision>5</cp:revision>
  <dcterms:created xsi:type="dcterms:W3CDTF">2026-09-25T10:31:39Z</dcterms:created>
  <dcterms:modified xsi:type="dcterms:W3CDTF">2026-09-25T10:41:45Z</dcterms:modified>
</cp:coreProperties>
</file>